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60" r:id="rId5"/>
    <p:sldId id="261" r:id="rId7"/>
    <p:sldId id="258" r:id="rId8"/>
    <p:sldId id="259" r:id="rId9"/>
    <p:sldId id="262" r:id="rId10"/>
    <p:sldId id="263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7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.png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image" Target="../media/image3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1.pn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5.png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image" Target="../media/image3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image" Target="../media/image7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8.png"/><Relationship Id="rId10" Type="http://schemas.openxmlformats.org/officeDocument/2006/relationships/tags" Target="../tags/tag47.xml"/><Relationship Id="rId1" Type="http://schemas.openxmlformats.org/officeDocument/2006/relationships/tags" Target="../tags/tag3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image" Target="../media/image4.png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image" Target="../media/image7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8.png"/><Relationship Id="rId10" Type="http://schemas.openxmlformats.org/officeDocument/2006/relationships/tags" Target="../tags/tag63.xml"/><Relationship Id="rId1" Type="http://schemas.openxmlformats.org/officeDocument/2006/relationships/tags" Target="../tags/tag5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07060"/>
            <a:ext cx="4589145" cy="41783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0" y="472503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B3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80*80*256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501140" y="472503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B4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40*40*512</a:t>
            </a:r>
            <a:endParaRPr lang="en-US" altLang="zh-CN"/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2863215" y="6256020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B5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20*20*1024</a:t>
            </a:r>
            <a:endParaRPr lang="en-US" altLang="zh-CN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94615" y="19310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40*40*256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2863215" y="19818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40*40*512</a:t>
            </a:r>
            <a:endParaRPr lang="zh-CN" altLang="en-US"/>
          </a:p>
        </p:txBody>
      </p:sp>
      <p:cxnSp>
        <p:nvCxnSpPr>
          <p:cNvPr id="13" name="直接箭头连接符 12"/>
          <p:cNvCxnSpPr/>
          <p:nvPr>
            <p:custDataLst>
              <p:tags r:id="rId8"/>
            </p:custDataLst>
          </p:nvPr>
        </p:nvCxnSpPr>
        <p:spPr>
          <a:xfrm flipV="1">
            <a:off x="2390775" y="1755775"/>
            <a:ext cx="775335" cy="4679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3002280" y="138747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40*40*1024</a:t>
            </a:r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2390775" y="60706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40*40*512</a:t>
            </a:r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2863215" y="472503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B5_half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20*20*512</a:t>
            </a:r>
            <a:endParaRPr lang="en-US" altLang="zh-CN"/>
          </a:p>
        </p:txBody>
      </p:sp>
      <p:sp>
        <p:nvSpPr>
          <p:cNvPr id="21" name="圆角矩形 20"/>
          <p:cNvSpPr/>
          <p:nvPr/>
        </p:nvSpPr>
        <p:spPr>
          <a:xfrm>
            <a:off x="2690495" y="5666740"/>
            <a:ext cx="1910080" cy="4254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reduce_layer_c5</a:t>
            </a:r>
            <a:endParaRPr lang="en-US" altLang="zh-CN"/>
          </a:p>
        </p:txBody>
      </p:sp>
      <p:cxnSp>
        <p:nvCxnSpPr>
          <p:cNvPr id="22" name="直接箭头连接符 21"/>
          <p:cNvCxnSpPr>
            <a:stCxn id="10" idx="0"/>
            <a:endCxn id="21" idx="2"/>
          </p:cNvCxnSpPr>
          <p:nvPr/>
        </p:nvCxnSpPr>
        <p:spPr>
          <a:xfrm flipH="1" flipV="1">
            <a:off x="3645535" y="6092190"/>
            <a:ext cx="11430" cy="163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8" idx="2"/>
          </p:cNvCxnSpPr>
          <p:nvPr/>
        </p:nvCxnSpPr>
        <p:spPr>
          <a:xfrm flipV="1">
            <a:off x="3647440" y="5370195"/>
            <a:ext cx="9525" cy="1993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1501140" y="257619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40*40*256</a:t>
            </a:r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001260" y="250825"/>
            <a:ext cx="6927850" cy="6457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51435"/>
            <a:ext cx="4394200" cy="604075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181610" y="166497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40*40*512</a:t>
            </a:r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1403985" y="614362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40*40*512</a:t>
            </a:r>
            <a:endParaRPr lang="en-US" altLang="zh-CN"/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2515235" y="129667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40*40*512</a:t>
            </a:r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2442210" y="514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P4:</a:t>
            </a:r>
            <a:r>
              <a:rPr lang="en-US" altLang="zh-CN">
                <a:sym typeface="+mn-ea"/>
              </a:rPr>
              <a:t>40*40*512</a:t>
            </a:r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43815" y="614362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40*40*512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102100" y="0"/>
            <a:ext cx="8102600" cy="6889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07060"/>
            <a:ext cx="4589145" cy="41783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0" y="472503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B2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160*160*128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501140" y="472503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B3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80*80*256</a:t>
            </a:r>
            <a:endParaRPr lang="en-US" altLang="zh-CN"/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2863215" y="6256020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P4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40*40*512</a:t>
            </a:r>
            <a:endParaRPr lang="en-US" altLang="zh-CN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94615" y="19310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80*80*128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2863215" y="19818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80*80*256</a:t>
            </a:r>
            <a:endParaRPr lang="zh-CN" altLang="en-US"/>
          </a:p>
        </p:txBody>
      </p:sp>
      <p:cxnSp>
        <p:nvCxnSpPr>
          <p:cNvPr id="13" name="直接箭头连接符 12"/>
          <p:cNvCxnSpPr/>
          <p:nvPr>
            <p:custDataLst>
              <p:tags r:id="rId8"/>
            </p:custDataLst>
          </p:nvPr>
        </p:nvCxnSpPr>
        <p:spPr>
          <a:xfrm flipV="1">
            <a:off x="2390775" y="1755775"/>
            <a:ext cx="775335" cy="4679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3002280" y="138747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80*80*512</a:t>
            </a:r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2390775" y="60706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80*80*256</a:t>
            </a:r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2863215" y="472503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P4_half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40*40*256</a:t>
            </a:r>
            <a:endParaRPr lang="en-US" altLang="zh-CN"/>
          </a:p>
        </p:txBody>
      </p:sp>
      <p:sp>
        <p:nvSpPr>
          <p:cNvPr id="21" name="圆角矩形 20"/>
          <p:cNvSpPr/>
          <p:nvPr/>
        </p:nvSpPr>
        <p:spPr>
          <a:xfrm>
            <a:off x="2690495" y="5666740"/>
            <a:ext cx="1910080" cy="4254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reduce_layer_p4</a:t>
            </a:r>
            <a:endParaRPr lang="zh-CN" altLang="en-US"/>
          </a:p>
        </p:txBody>
      </p:sp>
      <p:cxnSp>
        <p:nvCxnSpPr>
          <p:cNvPr id="22" name="直接箭头连接符 21"/>
          <p:cNvCxnSpPr>
            <a:stCxn id="10" idx="0"/>
            <a:endCxn id="21" idx="2"/>
          </p:cNvCxnSpPr>
          <p:nvPr/>
        </p:nvCxnSpPr>
        <p:spPr>
          <a:xfrm flipH="1" flipV="1">
            <a:off x="3645535" y="6092190"/>
            <a:ext cx="11430" cy="163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8" idx="2"/>
          </p:cNvCxnSpPr>
          <p:nvPr/>
        </p:nvCxnSpPr>
        <p:spPr>
          <a:xfrm flipV="1">
            <a:off x="3647440" y="5370195"/>
            <a:ext cx="9525" cy="1993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1501140" y="257619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80*80*128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944110" y="43815"/>
            <a:ext cx="7129145" cy="6754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51435"/>
            <a:ext cx="4394200" cy="604075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181610" y="166497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</a:t>
            </a:r>
            <a:r>
              <a:rPr lang="en-US" altLang="zh-CN">
                <a:sym typeface="+mn-ea"/>
              </a:rPr>
              <a:t>*256</a:t>
            </a:r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1403985" y="614362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40*40*256</a:t>
            </a:r>
            <a:endParaRPr lang="en-US" altLang="zh-CN"/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2515235" y="129667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80*80*256</a:t>
            </a:r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2442210" y="5143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P3:8</a:t>
            </a:r>
            <a:r>
              <a:rPr lang="en-US" altLang="zh-CN">
                <a:sym typeface="+mn-ea"/>
              </a:rPr>
              <a:t>0*80*256</a:t>
            </a:r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43815" y="614362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80*80*256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102100" y="0"/>
            <a:ext cx="80873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9225" y="0"/>
            <a:ext cx="3518535" cy="440182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74650" y="4401820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P3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80*80*256</a:t>
            </a: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59280" y="541083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P4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40*40*512</a:t>
            </a:r>
            <a:endParaRPr lang="en-US" altLang="zh-CN"/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724150" y="134493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</a:t>
            </a:r>
            <a:r>
              <a:rPr lang="en-US" altLang="zh-CN">
                <a:sym typeface="+mn-ea"/>
              </a:rPr>
              <a:t>*512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420370" y="1432560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40*40*256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2767965" y="6540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</a:t>
            </a:r>
            <a:r>
              <a:rPr lang="en-US" altLang="zh-CN">
                <a:sym typeface="+mn-ea"/>
              </a:rPr>
              <a:t>*512</a:t>
            </a:r>
            <a:endParaRPr lang="zh-CN" altLang="en-US"/>
          </a:p>
        </p:txBody>
      </p:sp>
      <p:sp>
        <p:nvSpPr>
          <p:cNvPr id="21" name="圆角矩形 20"/>
          <p:cNvSpPr/>
          <p:nvPr>
            <p:custDataLst>
              <p:tags r:id="rId8"/>
            </p:custDataLst>
          </p:nvPr>
        </p:nvSpPr>
        <p:spPr>
          <a:xfrm>
            <a:off x="1859280" y="4621530"/>
            <a:ext cx="1910080" cy="4254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reduce_layer_p5</a:t>
            </a:r>
            <a:endParaRPr lang="en-US" altLang="zh-CN"/>
          </a:p>
        </p:txBody>
      </p:sp>
      <p:cxnSp>
        <p:nvCxnSpPr>
          <p:cNvPr id="9" name="直接箭头连接符 8"/>
          <p:cNvCxnSpPr>
            <a:stCxn id="8" idx="0"/>
          </p:cNvCxnSpPr>
          <p:nvPr/>
        </p:nvCxnSpPr>
        <p:spPr>
          <a:xfrm flipH="1" flipV="1">
            <a:off x="2646680" y="5147310"/>
            <a:ext cx="6350" cy="263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2617470" y="4218305"/>
            <a:ext cx="0" cy="248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3000375" y="387604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40*40*256</a:t>
            </a:r>
            <a:endParaRPr lang="en-US" altLang="zh-CN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772025" y="497840"/>
            <a:ext cx="7115175" cy="4271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79375" y="87630"/>
            <a:ext cx="4394200" cy="604075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467360" y="170116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40*40*512</a:t>
            </a:r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1324610" y="617220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20*20*512</a:t>
            </a:r>
            <a:endParaRPr lang="en-US" altLang="zh-CN"/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2800985" y="133286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40*40*512</a:t>
            </a:r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2727960" y="8763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N4:40*40*512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193540" y="0"/>
            <a:ext cx="8064500" cy="68580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-79375" y="617220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40*40</a:t>
            </a:r>
            <a:r>
              <a:rPr lang="en-US" altLang="zh-CN">
                <a:sym typeface="+mn-ea"/>
              </a:rPr>
              <a:t>*512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9225" y="0"/>
            <a:ext cx="3518535" cy="440182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74650" y="4401820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N4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40*40*512</a:t>
            </a: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59280" y="541083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C5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20*20*1024</a:t>
            </a:r>
            <a:endParaRPr lang="en-US" altLang="zh-CN"/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767965" y="134493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</a:t>
            </a:r>
            <a:r>
              <a:rPr lang="en-US" altLang="zh-CN">
                <a:sym typeface="+mn-ea"/>
              </a:rPr>
              <a:t>*1024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420370" y="1432560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20*20*512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2767965" y="6540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20*20*1024</a:t>
            </a:r>
            <a:endParaRPr lang="zh-CN" altLang="en-US"/>
          </a:p>
        </p:txBody>
      </p:sp>
      <p:sp>
        <p:nvSpPr>
          <p:cNvPr id="21" name="圆角矩形 20"/>
          <p:cNvSpPr/>
          <p:nvPr>
            <p:custDataLst>
              <p:tags r:id="rId8"/>
            </p:custDataLst>
          </p:nvPr>
        </p:nvSpPr>
        <p:spPr>
          <a:xfrm>
            <a:off x="1859280" y="4621530"/>
            <a:ext cx="1910080" cy="4254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reduce_layer_p5</a:t>
            </a:r>
            <a:endParaRPr lang="en-US" altLang="zh-CN"/>
          </a:p>
        </p:txBody>
      </p:sp>
      <p:cxnSp>
        <p:nvCxnSpPr>
          <p:cNvPr id="9" name="直接箭头连接符 8"/>
          <p:cNvCxnSpPr>
            <a:stCxn id="8" idx="0"/>
          </p:cNvCxnSpPr>
          <p:nvPr/>
        </p:nvCxnSpPr>
        <p:spPr>
          <a:xfrm flipH="1" flipV="1">
            <a:off x="2646680" y="5147310"/>
            <a:ext cx="6350" cy="263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2617470" y="4218305"/>
            <a:ext cx="0" cy="248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3000375" y="387604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20*20*512</a:t>
            </a:r>
            <a:endParaRPr lang="en-US" altLang="zh-CN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772025" y="497840"/>
            <a:ext cx="7115175" cy="4271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79375" y="87630"/>
            <a:ext cx="4394200" cy="604075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467360" y="1701165"/>
            <a:ext cx="1586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20*20*1024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1324610" y="617220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20*20*1024</a:t>
            </a:r>
            <a:endParaRPr lang="en-US" altLang="zh-CN"/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2606675" y="1332865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20*20*1024</a:t>
            </a:r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2484120" y="87630"/>
            <a:ext cx="170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N5:20*20*1024</a:t>
            </a:r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-79375" y="6172200"/>
            <a:ext cx="158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ym typeface="+mn-ea"/>
              </a:rPr>
              <a:t>20*20</a:t>
            </a:r>
            <a:r>
              <a:rPr lang="en-US" altLang="zh-CN">
                <a:sym typeface="+mn-ea"/>
              </a:rPr>
              <a:t>*1024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093845" y="87630"/>
            <a:ext cx="8098155" cy="67360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commondata" val="eyJoZGlkIjoiYjkxMTJjZjUwY2UzM2JmY2Q1ZTBlZDA1MzlhODI3N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WPS 演示</Application>
  <PresentationFormat>宽屏</PresentationFormat>
  <Paragraphs>123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xiyang</dc:creator>
  <cp:lastModifiedBy>王斌</cp:lastModifiedBy>
  <cp:revision>29</cp:revision>
  <dcterms:created xsi:type="dcterms:W3CDTF">2023-08-09T12:44:00Z</dcterms:created>
  <dcterms:modified xsi:type="dcterms:W3CDTF">2024-01-22T08:46:19Z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